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519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151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640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31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362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191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623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385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534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529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061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5966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4115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8445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9216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955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758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384957A-6A41-4DF2-A93D-A497A2C3A8CA}" type="datetimeFigureOut">
              <a:rPr lang="pt-PT" smtClean="0"/>
              <a:t>07/06/2026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81D3E-070D-4B16-8FC2-FB0043B936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185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370A-00EE-37AE-0527-959E81DAE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6E753-9483-5BFD-A717-AFE3DC04C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8480"/>
          </a:xfrm>
        </p:spPr>
        <p:txBody>
          <a:bodyPr>
            <a:normAutofit fontScale="90000"/>
          </a:bodyPr>
          <a:lstStyle/>
          <a:p>
            <a:r>
              <a:rPr lang="pt-PT" dirty="0"/>
              <a:t>Operações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2B7C2A-6A2E-627D-4C88-8646F1D3C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280"/>
            <a:ext cx="9144000" cy="276095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Relatorios diarios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Comparações mapas (proforma)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dirty="0"/>
              <a:t>controle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2BA3A6-B21E-5EB4-4121-303AC01947C2}"/>
              </a:ext>
            </a:extLst>
          </p:cNvPr>
          <p:cNvSpPr txBox="1"/>
          <p:nvPr/>
        </p:nvSpPr>
        <p:spPr>
          <a:xfrm>
            <a:off x="1642369" y="5646198"/>
            <a:ext cx="1365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João Alberto</a:t>
            </a:r>
          </a:p>
        </p:txBody>
      </p:sp>
    </p:spTree>
    <p:extLst>
      <p:ext uri="{BB962C8B-B14F-4D97-AF65-F5344CB8AC3E}">
        <p14:creationId xmlns:p14="http://schemas.microsoft.com/office/powerpoint/2010/main" val="1643874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11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Íon</vt:lpstr>
      <vt:lpstr>Operações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</dc:title>
  <dc:creator>Pc</dc:creator>
  <cp:lastModifiedBy>Aniceto José Jolela</cp:lastModifiedBy>
  <cp:revision>4</cp:revision>
  <dcterms:created xsi:type="dcterms:W3CDTF">2026-06-06T12:44:23Z</dcterms:created>
  <dcterms:modified xsi:type="dcterms:W3CDTF">2026-06-07T21:47:04Z</dcterms:modified>
</cp:coreProperties>
</file>