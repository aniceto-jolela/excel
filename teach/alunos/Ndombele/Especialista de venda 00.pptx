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62118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64964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3437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5625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4775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4457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5844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5727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43777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76094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141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4342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97942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76669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40958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7126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1525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1625414-E715-483E-9E1C-4419393687C4}" type="datetimeFigureOut">
              <a:rPr lang="pt-PT" smtClean="0"/>
              <a:t>06/07/2026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CE783-11F5-42CA-B07F-1954E821115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744149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0D8AE-B497-2683-D4A6-1AB7BF8B0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07773"/>
          </a:xfrm>
        </p:spPr>
        <p:txBody>
          <a:bodyPr/>
          <a:lstStyle/>
          <a:p>
            <a:r>
              <a:rPr lang="pt-PT" dirty="0"/>
              <a:t>Especialista de venda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8BC545-2A2E-38FB-DBC2-1A61D7E5D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pt-PT" dirty="0"/>
              <a:t>Area de equipamentos (construção civil, exploração mineira, industrial)</a:t>
            </a:r>
          </a:p>
          <a:p>
            <a:pPr marL="342900" indent="-342900">
              <a:buFontTx/>
              <a:buChar char="-"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180658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15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Íon</vt:lpstr>
      <vt:lpstr>Especialista de venda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2026-07-06T08:16:28Z</dcterms:created>
  <dcterms:modified xsi:type="dcterms:W3CDTF">2026-07-06T08:18:47Z</dcterms:modified>
</cp:coreProperties>
</file>