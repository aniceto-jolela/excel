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3090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7144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446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927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013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583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19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730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8252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718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3714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3370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2239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64201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66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5478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64426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3F72AD-F0BA-4441-A011-7AEC79E0D303}" type="datetimeFigureOut">
              <a:rPr lang="pt-PT" smtClean="0"/>
              <a:t>16/09/2026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12BD-446C-49D6-99D3-2A3A3CF534C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5293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1BD49-8C24-438A-B2E2-FA8D8CC6B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Logistica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81F78A-1E9C-F142-9549-E2EAC64BAB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KPS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Rotas rodoviarias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Controle de entada e saida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49034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ão">
  <a:themeElements>
    <a:clrScheme name="Ião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ão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ão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9</Words>
  <Application>Microsoft Office PowerPoint</Application>
  <PresentationFormat>Ecrã Panorâmico</PresentationFormat>
  <Paragraphs>4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Ião</vt:lpstr>
      <vt:lpstr>Logistica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 Casas</dc:creator>
  <cp:lastModifiedBy>so Casas</cp:lastModifiedBy>
  <cp:revision>1</cp:revision>
  <dcterms:created xsi:type="dcterms:W3CDTF">2026-09-16T14:54:48Z</dcterms:created>
  <dcterms:modified xsi:type="dcterms:W3CDTF">2026-09-16T14:55:14Z</dcterms:modified>
</cp:coreProperties>
</file>