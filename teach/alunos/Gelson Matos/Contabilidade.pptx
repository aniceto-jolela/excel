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651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921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515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764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850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585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205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439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590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98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479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2812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4637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8616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6313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4034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8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D864737-320F-4C01-A5AA-C21EF8135794}" type="datetimeFigureOut">
              <a:rPr lang="pt-PT" smtClean="0"/>
              <a:t>12/06/2026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C82ED51-7E32-4267-81DA-1CFA90E37ED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59690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D2D4D-4BB3-CB05-E4AF-E40FCF39E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9394"/>
            <a:ext cx="9144000" cy="1802167"/>
          </a:xfrm>
        </p:spPr>
        <p:txBody>
          <a:bodyPr>
            <a:normAutofit/>
          </a:bodyPr>
          <a:lstStyle/>
          <a:p>
            <a:r>
              <a:rPr lang="pt-PT" sz="8800" dirty="0"/>
              <a:t>Contabilidade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2FFACE-F8E3-FFCE-1903-B86F2084F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Compra (fornecedores)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Vendas (clientes)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Pagamentos (imposto, salarios, fornecedor)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0AE676-5465-99D8-1D78-6F8915498140}"/>
              </a:ext>
            </a:extLst>
          </p:cNvPr>
          <p:cNvSpPr txBox="1"/>
          <p:nvPr/>
        </p:nvSpPr>
        <p:spPr>
          <a:xfrm>
            <a:off x="870012" y="601018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Gelson Matos</a:t>
            </a:r>
          </a:p>
        </p:txBody>
      </p:sp>
    </p:spTree>
    <p:extLst>
      <p:ext uri="{BB962C8B-B14F-4D97-AF65-F5344CB8AC3E}">
        <p14:creationId xmlns:p14="http://schemas.microsoft.com/office/powerpoint/2010/main" val="3912691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2</TotalTime>
  <Words>19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Calisto MT</vt:lpstr>
      <vt:lpstr>Wingdings 2</vt:lpstr>
      <vt:lpstr>Ardósia</vt:lpstr>
      <vt:lpstr>Contabilidade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2026-06-12T11:57:45Z</dcterms:created>
  <dcterms:modified xsi:type="dcterms:W3CDTF">2026-06-12T11:59:49Z</dcterms:modified>
</cp:coreProperties>
</file>