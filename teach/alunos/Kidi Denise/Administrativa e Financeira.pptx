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78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1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23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5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8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43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6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4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3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7292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82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0010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62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41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2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FCA6C-1290-44D3-B766-B35F5C5385D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F80A833-37AE-4159-B946-F426925ED5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4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12034"/>
            <a:ext cx="9144000" cy="967409"/>
          </a:xfrm>
        </p:spPr>
        <p:txBody>
          <a:bodyPr>
            <a:normAutofit fontScale="90000"/>
          </a:bodyPr>
          <a:lstStyle/>
          <a:p>
            <a:r>
              <a:rPr lang="pt-PT" b="1" u="sng" dirty="0" smtClean="0"/>
              <a:t>Administrativa e Financeira</a:t>
            </a:r>
            <a:endParaRPr lang="en-US" b="1" u="sng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1311966"/>
            <a:ext cx="9342783" cy="521473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Pagamentos de salários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Arquivos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Presenças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Relatorios de actividades (balanço social)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Elaboração de oficios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RH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Seguros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Planeamento de efetivo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Processo de reforma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Fundo de pensões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Higiene e segurança no trabalho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Perfil do colaborador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Gestão de carreira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 smtClean="0"/>
              <a:t>Processo disciplinar / junta medica</a:t>
            </a:r>
          </a:p>
        </p:txBody>
      </p:sp>
    </p:spTree>
    <p:extLst>
      <p:ext uri="{BB962C8B-B14F-4D97-AF65-F5344CB8AC3E}">
        <p14:creationId xmlns:p14="http://schemas.microsoft.com/office/powerpoint/2010/main" val="55863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</TotalTime>
  <Words>45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Cacho</vt:lpstr>
      <vt:lpstr>Administrativa e Financeira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Administrativa e Financeira</dc:title>
  <dc:creator>Aniceto José Jolela</dc:creator>
  <cp:lastModifiedBy>Aniceto José Jolela</cp:lastModifiedBy>
  <cp:revision>2</cp:revision>
  <dcterms:created xsi:type="dcterms:W3CDTF">2026-05-09T07:32:56Z</dcterms:created>
  <dcterms:modified xsi:type="dcterms:W3CDTF">2026-05-09T07:36:05Z</dcterms:modified>
</cp:coreProperties>
</file>