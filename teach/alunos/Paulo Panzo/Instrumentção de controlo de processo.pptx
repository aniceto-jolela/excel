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2E737-0EEC-4093-AE57-B9EB8C7DB988}" type="datetimeFigureOut">
              <a:rPr lang="pt-PT" smtClean="0"/>
              <a:t>04/05/2026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C05A-F12C-45D4-8D22-3DCD15E4BB5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39704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2E737-0EEC-4093-AE57-B9EB8C7DB988}" type="datetimeFigureOut">
              <a:rPr lang="pt-PT" smtClean="0"/>
              <a:t>04/05/2026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C05A-F12C-45D4-8D22-3DCD15E4BB5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26999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2E737-0EEC-4093-AE57-B9EB8C7DB988}" type="datetimeFigureOut">
              <a:rPr lang="pt-PT" smtClean="0"/>
              <a:t>04/05/2026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C05A-F12C-45D4-8D22-3DCD15E4BB5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93026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2E737-0EEC-4093-AE57-B9EB8C7DB988}" type="datetimeFigureOut">
              <a:rPr lang="pt-PT" smtClean="0"/>
              <a:t>04/05/2026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C05A-F12C-45D4-8D22-3DCD15E4BB5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41663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2E737-0EEC-4093-AE57-B9EB8C7DB988}" type="datetimeFigureOut">
              <a:rPr lang="pt-PT" smtClean="0"/>
              <a:t>04/05/2026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C05A-F12C-45D4-8D22-3DCD15E4BB5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05824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2E737-0EEC-4093-AE57-B9EB8C7DB988}" type="datetimeFigureOut">
              <a:rPr lang="pt-PT" smtClean="0"/>
              <a:t>04/05/2026</a:t>
            </a:fld>
            <a:endParaRPr lang="pt-PT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C05A-F12C-45D4-8D22-3DCD15E4BB5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67055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2E737-0EEC-4093-AE57-B9EB8C7DB988}" type="datetimeFigureOut">
              <a:rPr lang="pt-PT" smtClean="0"/>
              <a:t>04/05/2026</a:t>
            </a:fld>
            <a:endParaRPr lang="pt-PT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C05A-F12C-45D4-8D22-3DCD15E4BB5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07125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2E737-0EEC-4093-AE57-B9EB8C7DB988}" type="datetimeFigureOut">
              <a:rPr lang="pt-PT" smtClean="0"/>
              <a:t>04/05/2026</a:t>
            </a:fld>
            <a:endParaRPr lang="pt-PT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C05A-F12C-45D4-8D22-3DCD15E4BB5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03831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2E737-0EEC-4093-AE57-B9EB8C7DB988}" type="datetimeFigureOut">
              <a:rPr lang="pt-PT" smtClean="0"/>
              <a:t>04/05/2026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C05A-F12C-45D4-8D22-3DCD15E4BB5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8771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2E737-0EEC-4093-AE57-B9EB8C7DB988}" type="datetimeFigureOut">
              <a:rPr lang="pt-PT" smtClean="0"/>
              <a:t>04/05/2026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C05A-F12C-45D4-8D22-3DCD15E4BB5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86692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2E737-0EEC-4093-AE57-B9EB8C7DB988}" type="datetimeFigureOut">
              <a:rPr lang="pt-PT" smtClean="0"/>
              <a:t>04/05/2026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C05A-F12C-45D4-8D22-3DCD15E4BB5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05743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2E737-0EEC-4093-AE57-B9EB8C7DB988}" type="datetimeFigureOut">
              <a:rPr lang="pt-PT" smtClean="0"/>
              <a:t>04/05/2026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C05A-F12C-45D4-8D22-3DCD15E4BB5B}" type="slidenum">
              <a:rPr lang="pt-PT" smtClean="0"/>
              <a:t>‹nº›</a:t>
            </a:fld>
            <a:endParaRPr lang="pt-PT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08348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2E737-0EEC-4093-AE57-B9EB8C7DB988}" type="datetimeFigureOut">
              <a:rPr lang="pt-PT" smtClean="0"/>
              <a:t>04/05/2026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C05A-F12C-45D4-8D22-3DCD15E4BB5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18118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2E737-0EEC-4093-AE57-B9EB8C7DB988}" type="datetimeFigureOut">
              <a:rPr lang="pt-PT" smtClean="0"/>
              <a:t>04/05/2026</a:t>
            </a:fld>
            <a:endParaRPr lang="pt-PT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C05A-F12C-45D4-8D22-3DCD15E4BB5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13446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2E737-0EEC-4093-AE57-B9EB8C7DB988}" type="datetimeFigureOut">
              <a:rPr lang="pt-PT" smtClean="0"/>
              <a:t>04/05/2026</a:t>
            </a:fld>
            <a:endParaRPr lang="pt-PT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C05A-F12C-45D4-8D22-3DCD15E4BB5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536746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2E737-0EEC-4093-AE57-B9EB8C7DB988}" type="datetimeFigureOut">
              <a:rPr lang="pt-PT" smtClean="0"/>
              <a:t>04/05/2026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C05A-F12C-45D4-8D22-3DCD15E4BB5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537790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2E737-0EEC-4093-AE57-B9EB8C7DB988}" type="datetimeFigureOut">
              <a:rPr lang="pt-PT" smtClean="0"/>
              <a:t>04/05/2026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C05A-F12C-45D4-8D22-3DCD15E4BB5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86411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6A2E737-0EEC-4093-AE57-B9EB8C7DB988}" type="datetimeFigureOut">
              <a:rPr lang="pt-PT" smtClean="0"/>
              <a:t>04/05/2026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F4C05A-F12C-45D4-8D22-3DCD15E4BB5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44742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763C91-65F2-FC76-4C28-C0AEEFDCE7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1447801"/>
            <a:ext cx="10892043" cy="2307454"/>
          </a:xfrm>
        </p:spPr>
        <p:txBody>
          <a:bodyPr/>
          <a:lstStyle/>
          <a:p>
            <a:r>
              <a:rPr lang="pt-PT" dirty="0"/>
              <a:t>Instrumentção de controlo de processo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A24DD2-0255-FCD2-C60E-306D8AC0B4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dirty="0"/>
              <a:t>Manutenção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dirty="0"/>
              <a:t>Reparação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dirty="0"/>
              <a:t>Compliance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3497486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</TotalTime>
  <Words>8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Íon</vt:lpstr>
      <vt:lpstr>Instrumentção de controlo de processo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1</cp:revision>
  <dcterms:created xsi:type="dcterms:W3CDTF">2026-05-04T08:02:48Z</dcterms:created>
  <dcterms:modified xsi:type="dcterms:W3CDTF">2026-05-04T08:04:10Z</dcterms:modified>
</cp:coreProperties>
</file>