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8676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191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8465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756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127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7775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387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4490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300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767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1477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86041C8-4887-4D24-9193-F1F906D4AB13}" type="datetimeFigureOut">
              <a:rPr lang="pt-PT" smtClean="0"/>
              <a:t>26/09/2026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4340893-E79C-4B70-B2D6-A96631C51FB0}" type="slidenum">
              <a:rPr lang="pt-PT" smtClean="0"/>
              <a:t>‹nº›</a:t>
            </a:fld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170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01291-C8F0-52EE-0C82-7616DA534E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Tecnico</a:t>
            </a:r>
            <a:r>
              <a:rPr lang="en-US" dirty="0"/>
              <a:t> de </a:t>
            </a:r>
            <a:r>
              <a:rPr lang="en-US" dirty="0" err="1"/>
              <a:t>vendas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3546CF-58A7-5887-1EF7-BA3F5433C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…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042617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0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Gill Sans MT</vt:lpstr>
      <vt:lpstr>Wingdings 2</vt:lpstr>
      <vt:lpstr>Dividendo</vt:lpstr>
      <vt:lpstr>Tecnico de vendas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Edson Scoman</dc:creator>
  <cp:lastModifiedBy>Edson Scoman</cp:lastModifiedBy>
  <cp:revision>1</cp:revision>
  <dcterms:created xsi:type="dcterms:W3CDTF">2026-09-26T12:44:32Z</dcterms:created>
  <dcterms:modified xsi:type="dcterms:W3CDTF">2026-09-26T12:45:08Z</dcterms:modified>
</cp:coreProperties>
</file>