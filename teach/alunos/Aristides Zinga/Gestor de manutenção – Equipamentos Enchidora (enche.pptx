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9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8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8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83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4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2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2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0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60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3674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87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29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4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73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6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733F5F-BFB1-493A-A338-76C3AB76586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C0321-A6AD-4263-8AF2-E633814C52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252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54955" y="848139"/>
            <a:ext cx="9976871" cy="2630529"/>
          </a:xfrm>
        </p:spPr>
        <p:txBody>
          <a:bodyPr>
            <a:normAutofit/>
          </a:bodyPr>
          <a:lstStyle/>
          <a:p>
            <a:r>
              <a:rPr lang="pt-PT" sz="5400" dirty="0"/>
              <a:t>Gestor de manutenção – Equipamentos Enchidora (enche e capsula)</a:t>
            </a:r>
            <a:endParaRPr lang="en-US" sz="5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54955" y="3756963"/>
            <a:ext cx="8825658" cy="251131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1800" dirty="0" smtClean="0"/>
              <a:t>Planejar manutenção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1800" dirty="0" smtClean="0"/>
              <a:t>Formular condições necessaria para manutenção preventiva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1800" dirty="0" smtClean="0"/>
              <a:t>Participar na execução da manutenção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1800" dirty="0" smtClean="0"/>
              <a:t>Supervisionar manutenção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1800" dirty="0" smtClean="0"/>
              <a:t>Relatótio</a:t>
            </a:r>
          </a:p>
        </p:txBody>
      </p:sp>
    </p:spTree>
    <p:extLst>
      <p:ext uri="{BB962C8B-B14F-4D97-AF65-F5344CB8AC3E}">
        <p14:creationId xmlns:p14="http://schemas.microsoft.com/office/powerpoint/2010/main" val="499067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Íon</vt:lpstr>
      <vt:lpstr>Gestor de manutenção – Equipamentos Enchidora (enche e capsula)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Gestor de manutenção – Equipamentos Enchidora (enche e capsula)</dc:title>
  <dc:creator>Aniceto José Jolela</dc:creator>
  <cp:lastModifiedBy>Aniceto José Jolela</cp:lastModifiedBy>
  <cp:revision>1</cp:revision>
  <dcterms:created xsi:type="dcterms:W3CDTF">2026-05-04T18:47:03Z</dcterms:created>
  <dcterms:modified xsi:type="dcterms:W3CDTF">2026-05-04T18:50:45Z</dcterms:modified>
</cp:coreProperties>
</file>