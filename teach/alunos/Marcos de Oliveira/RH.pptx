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7519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1519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6402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8316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362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191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36238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385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1534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5292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061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5966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44115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8445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9216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7955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758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1850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CA85E-6123-594F-AB90-D4C0D930C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48480"/>
          </a:xfrm>
        </p:spPr>
        <p:txBody>
          <a:bodyPr>
            <a:normAutofit fontScale="90000"/>
          </a:bodyPr>
          <a:lstStyle/>
          <a:p>
            <a:r>
              <a:rPr lang="pt-PT" dirty="0"/>
              <a:t>RH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20EAC6-27F2-AA70-1DA2-821FC2F84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280"/>
            <a:ext cx="9144000" cy="276095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Controle de efetividade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Processamento salarial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Avaliação diaria e continua de funcionarios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Ara fiscal da empresa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B9582E-DEC0-3907-F481-6B97737E9FAC}"/>
              </a:ext>
            </a:extLst>
          </p:cNvPr>
          <p:cNvSpPr txBox="1"/>
          <p:nvPr/>
        </p:nvSpPr>
        <p:spPr>
          <a:xfrm>
            <a:off x="1965926" y="5618063"/>
            <a:ext cx="190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Marcos de oliveira</a:t>
            </a:r>
          </a:p>
        </p:txBody>
      </p:sp>
    </p:spTree>
    <p:extLst>
      <p:ext uri="{BB962C8B-B14F-4D97-AF65-F5344CB8AC3E}">
        <p14:creationId xmlns:p14="http://schemas.microsoft.com/office/powerpoint/2010/main" val="25979185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19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Íon</vt:lpstr>
      <vt:lpstr>RH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</dc:title>
  <dc:creator>Pc</dc:creator>
  <cp:lastModifiedBy>Aniceto José Jolela</cp:lastModifiedBy>
  <cp:revision>4</cp:revision>
  <dcterms:created xsi:type="dcterms:W3CDTF">2026-06-06T12:44:23Z</dcterms:created>
  <dcterms:modified xsi:type="dcterms:W3CDTF">2026-06-07T21:47:30Z</dcterms:modified>
</cp:coreProperties>
</file>